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365760"/>
            <a:ext cx="256032" cy="25603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05840"/>
            <a:ext cx="347472" cy="34747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28800"/>
            <a:ext cx="164592" cy="16459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560320"/>
            <a:ext cx="274320" cy="274320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291840"/>
            <a:ext cx="201168" cy="201168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023360"/>
            <a:ext cx="237744" cy="237744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0" kern="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Risk Model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&amp; Statistical Framework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Evidence-Based Risk Quantification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30352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pPr indent="0" marL="0">
              <a:buNone/>
            </a:pPr>
            <a:r>
              <a:rPr lang="en-US" sz="9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Distributions  ·  Noisy-OR Combination  ·  Marginal Contribution  ·  Certainty Scoring  ·  Bayesian Updating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Probabilistic Risk Models?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hide the most important information: how confident are we? A probabilistic model makes uncertainty a first-class citizen.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642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inherently uncertain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is perfectly reliable. A match score, a model output, or an analyst judgment all carry noise. Encoding that noise explicitly leads to better decisions.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16642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comes from many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streams provide independent pathways to a risk outcome. A model that fuses them cleanly is more powerful than any single signal alone.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166420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should update fluidly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evidence arrives — a source fires, an expert revises a score — the combined risk estimate should shift automatically with a clear mathematical audit trail.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64008" cy="1664208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as important as the estimate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80% risk with 95% certainty is a very different situation from an 80% risk with 40% certainty. Both numbers matter for decision-making.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Labeled Risk Categories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assigns a hard-coded label (High / Moderate / Low) to each source. The combined risk is simply the worst label present — no math, no certainty, no differentiation.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115568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115568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combined score is just the worst label — no aggregation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1408176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A = High and Source B = Low, the result is High. Source B contributes nothing. Two sources that both say "Moderate" also produce "Moderate" — as if only one source exists. Independent evidence is discarded.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1956816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1956816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labels hide completely different sources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224942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(almost always fires, very reliable) and Source B (rarely fires, analyst guessing) both labelled "High." The system treats them identically. There is no way to know which source to investigate first or trust more.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2798064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2798064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5292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certainty — the label carries no confidence information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of "High" could reflect a strong, data-driven signal or a vague, uncertain hunch. The system provides no way to distinguish them. Two analysts looking at the same source could assign "High" for completely different reasons.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639312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639312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694176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more sources cannot improve the score — only worsen 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current result is already "High," activating additional sources changes nothing — the result stays "High" regardless. The model cannot capture the intuition that more confirming evidence should increase confidence.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107899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9632" y="11521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label system 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Each source has a fixed label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9632" y="1682496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6824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9632" y="2084832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0848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99632" y="2487168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4871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solidFill>
            <a:srgbClr val="FDF3E2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99632" y="2889504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8895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solidFill>
            <a:srgbClr val="EAF5EC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9632" y="3346704"/>
            <a:ext cx="2560320" cy="0"/>
          </a:xfrm>
          <a:prstGeom prst="line">
            <a:avLst/>
          </a:prstGeom>
          <a:noFill/>
          <a:ln w="9525">
            <a:solidFill>
              <a:srgbClr val="D5CE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Result = worst label present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solidFill>
            <a:srgbClr val="FBEEE9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= HIGH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9632" y="4114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contribute nothing.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them leaves the same result.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4617720"/>
            <a:ext cx="8412480" cy="219456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system is not a risk model — it is a lookup table that ignores independent evidence, certainty, and combination logic.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Noisy-OR Model Fixes Each Failure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structural weakness of label-based systems is directly addressed by the Bayesian Noisy-OR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834640" cy="34747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115568"/>
            <a:ext cx="2724912" cy="347472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115568"/>
            <a:ext cx="2029968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System 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11155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1155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72768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worst label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all ignored. Independent evidence from multiple sources is silently discarded.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153619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57276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contributes via Noisy-OR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 = 1−(1−p_A)(1−p_B)(1−p_C)(1−p_D). Each source adds coverage. None are ignored.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572768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591056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A=HIGH, B=HIGH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C=MOD, D=LOW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C, D ignored)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24928" y="1591056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35240" y="1591056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p_A=0.75, p_B=0.60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p_C=0.45, p_D=0.20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97.6% combined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sources count)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65760" y="2340864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77440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label, unknowable difference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on a reliable source looks identical to "High" on a vague, uncertain source. No way to tell them apart.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94760" y="2340864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377440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separates signal strength from certainty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High (κ=80) has Var(p)=0.003. A shaky High (κ=5) has Var(p)=0.047. Both visible, both actionable.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29400" y="2377440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239572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(indistinguishable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label system)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424928" y="2395728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635240" y="2395728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μ=0.75, κ=80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93%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μ=0.75, κ=5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49%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" y="3145536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82112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certainty attached to any label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carries no confidence information. The model gives no signal about whether to act immediately or investigate further.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94760" y="314553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182112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1 − (P₉₅ − P₅) is always 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credible interval = act. Wide interval = gather more evidence first. Built into every estimate.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29400" y="3182112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65976" y="3200400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(should we act now?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more data?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know.)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424928" y="3200400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35240" y="3200400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82%, Cert: 91%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 now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78%, Cert: 44%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 first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65760" y="3950208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86784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 cannot help — only hurt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result is "High," additional sources are irrelevant. Confirming evidence adds nothing to the score.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794760" y="3950208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398678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source narrows uncertainty and raises combined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 new source always updates the posterior — even if it confirms what we already know.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3986784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5976" y="400507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change ever)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424928" y="4005072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635240" y="4005072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p=0.75 → 75%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+p=0.60 → 90.0%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+p=0.45 → 94.5%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source adds)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65760" y="4791456"/>
            <a:ext cx="8412480" cy="18288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7914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does not improve on the label system — it replaces a broken foundation with a principled one.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Beta Distribution — Modeling Uncertainty in a Probability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over a probability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source has an unknown true probability p of signaling a risk event. Rather than guess a single value, we model the full range of plausible values.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Beta distribution is defined on (0,1) — exactly the right range for a probability. It is parameterized by shape parameters α and 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505456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mean-concentration re-parameterization:  α = μκ  and  β = (1−μ)κ, where μ is our best estimate and κ controls how confident we 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82112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say: 'I think this source has about 40% risk probability, and I'm moderately confident' — all in two numbers.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758952"/>
            <a:ext cx="411480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κ shapes the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1188720"/>
            <a:ext cx="128016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  (very confident)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74336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tight peak near 40%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probability mass concentrated near μ. Analyst is very sure.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2194560"/>
            <a:ext cx="128016" cy="65836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  (moderate certainty)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74336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spread 20%–65%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confidence but meaningful spread. Could range widely.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3200400"/>
            <a:ext cx="128016" cy="65836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3   (low certainty)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74336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nearly flat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74336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information. Distribution is nearly uniform across (0,1).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4315968"/>
            <a:ext cx="3858768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Var(p) = μ(1 − μ) / (κ + 1)   —   higher κ means lower variance, higher certainty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Parameterizing Belief: μ (Mean) and κ (Concentration)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160520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 —  The Mean: What We Believe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85876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is our best-estimate of the source's risk probability.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Re-parameterization: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α = μ × κ
    β = (1 − μ) × κ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0.40  →  40% signal probability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0.70  →  70% signal probability
</a:t>
            </a:r>
            <a:pPr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μ to reflect your prior belief about how often this source signals risk. It is the center of mass of the Beta distribution — the value around which probability concentrates.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160520" cy="47548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 —  Concentration: How Sure We 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36592" y="1335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96128" y="1362456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1362456"/>
            <a:ext cx="234086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727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flat — almost no information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1856232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856232"/>
            <a:ext cx="877824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665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spread — some confidence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30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96128" y="2350008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2350008"/>
            <a:ext cx="175564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5603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peak — good confidence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80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2843784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843784"/>
            <a:ext cx="248716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0540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peak — high confidence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3337560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3337560"/>
            <a:ext cx="286755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5478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— very tight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4041648"/>
            <a:ext cx="3858768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05993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∞: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collapses to a point mass at μ. Perfect certainty.
</a:t>
            </a:r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0: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flattens to uniform. No information at all.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Independent Sources of Evidence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represents a distinct, independent signal — a separate reason the risk event could occur.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011680" cy="40233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15568"/>
            <a:ext cx="2011680" cy="402336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15568"/>
            <a:ext cx="201168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460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4944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115568"/>
            <a:ext cx="201168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916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0.70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5916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102412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sources → each covers a separate portion of the risk space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407822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 means knowing Source 1 fired tells us nothing about whether Source 2 will fire. This is what makes the Noisy-OR multiplication valid: we can simply multiply the probability that each individual source fails to fire. Without independence, we would need to model correlations — vastly more complex.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Noisy-OR Combination Formula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768096"/>
            <a:ext cx="7315200" cy="1005840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8412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P(risk) = 1 − ∏ᵢ (1 − pᵢ)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at least one independent source fires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derivation: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61288" y="23042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each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1148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from Beta(α,β) for each source. Each sample pᵢ is one plausible value of that source's true risk probability.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2304288"/>
            <a:ext cx="384048" cy="384048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non-firing prob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8" name="Text 16"/>
          <p:cNvSpPr/>
          <p:nvPr/>
        </p:nvSpPr>
        <p:spPr>
          <a:xfrm>
            <a:off x="260604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compute (1−pᵢ). This is the probability that source i does NOT fire on a single draw.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2304288"/>
            <a:ext cx="384048" cy="38404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across sources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480060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independence: P(none fire) = ∏ᵢ(1−pᵢ). Multiplying survival probabilities gives the joint silence probability.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44968" y="2304288"/>
            <a:ext cx="384048" cy="384048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 to get risk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 = 1 − ∏ᵢ(1−pᵢ). This is the combined risk score — the probability the event occurs via any pathway.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Noisy-OR?  The Logic of Independent Risk Pathways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68096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intuition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p₁ = 0.70,  p₂ = 0.20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P(none fire) = (1−0.70)(1−0.20)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0.30 × 0.80 = 0.24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1 − 0.24 = 0.76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(76%) &gt; max source (70%)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6% = Source 2 covering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cases Source 1 misses: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0.30 × 0.20 = 0.06 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68096"/>
            <a:ext cx="4114800" cy="4114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207008"/>
            <a:ext cx="38221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two independent alarm systems: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 fires with 70% probability when a threat exists.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 fires with 20% probability when a threat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is safe only if BOTH alarms stay silent: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P(safe) = P(A silent) × P(B silent)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= 0.30 × 0.80 = 0.24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alarm fires) = 1 − 0.24 = 76%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Noisy-OR: exactly the right model for combining independent risk signals that each provide a separate detection pathway.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with Different Individual Certainty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can have the same μ but very different κ — and their contribution to model certainty differs dramatically.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  (κ = 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B  (κ = 80)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81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(mean risk)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9963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65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(concentration)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9963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23113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parameter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6334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parameter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3931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1188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Var(p)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38328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credible interval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3931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– 92%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~44% – 56%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1188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3931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prior — almost uniform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9963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prior — near certainty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certainty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3931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P5–P95 band significantly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P5–P95 band narrow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Both sources have identical mean risk (50%) — but Source B contributes far more to model certainty because it has 16× lower variance.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 — What Is Actually Driving the Risk?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contribution answers: how much would overall risk fall if we removed this source from the model?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Δᵢ = P(risk | all sources) − P(risk | all sources except i)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reduction in combined risk from removing source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3 active sources: p₁=0.40, p₂=0.60, p₃=0.70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14630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3891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67712"/>
            <a:ext cx="146304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+16.8%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99339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267712"/>
            <a:ext cx="146304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+10.8%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54787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267712"/>
            <a:ext cx="146304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10235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A747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2267712"/>
            <a:ext cx="1463040" cy="50292"/>
          </a:xfrm>
          <a:prstGeom prst="rect">
            <a:avLst/>
          </a:prstGeom>
          <a:solidFill>
            <a:srgbClr val="7A7470"/>
          </a:solidFill>
          <a:ln w="12700">
            <a:solidFill>
              <a:srgbClr val="7A74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7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665683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Δs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 (p=0.70)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 (p=0.60)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822192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822192"/>
            <a:ext cx="3233057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 (p=0.40)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4297680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297680"/>
            <a:ext cx="1436914" cy="1828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8412480" cy="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— How Confident Are We in the Risk Score?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without a certainty measure is incomplete. Certainty tells us how much to trust the estimate.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= 1 − ( P₉₅ − P₅ 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minus the width of the 90% credible interval of the combined posterior risk distribution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A3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2651760" cy="402336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Certainty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47%   P95: 55%   (κ=80)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Beta distributions. P5–P95 span only 8 percentage points. Analyst is very confident in the risk score.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20240"/>
            <a:ext cx="265176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Certainty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38%   P95: 64%   (κ=15)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priors. Meaningful uncertainty — risk could range from 38% to 64%. Score is directionally reliable.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920240"/>
            <a:ext cx="265176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Certainty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11%   P95: 71%   (κ=3)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priors. Risk could be almost anywhere 11%–71%. More high-quality evidence is needed before acting.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Beliefs — Bayesian Reasoning in Practice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is designed to update. Every parameter change has a clear, traceable mathematical effect.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16052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a new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2 sources active    P(risk) = 52%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3rd source added    P(risk) = 71%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independent detection pathway is confirmed. Combined risk rises because the new source covers cases the others miss.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16052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confidence in a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A: κ=8      Certainty: 61%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A: κ=60     Certainty: 87%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71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believe our μ estimate more strongly. Mean risk barely changes, but the credible interval narrows — certainty jumps.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belief upward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B: μ=0.30   P(risk) = 44%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B: μ=0.55   P(risk) = 66%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intelligence suggests this source fires more often. Mean risk shifts accordingly. The posterior updates immediately.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SRC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71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Deactivate a ruled-out source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1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3 sources active    P(risk) = 71%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removed      P(risk) = 52%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371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confirms this source is not active. Risk falls back to baseline — the model is fully reversible and consistent.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10896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0078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8249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probability theory — not heuristics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parameter has a clear meaning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871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independent 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Uncertainty-aware: certainty is built into the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Bayesian: beliefs update cleanly with new evidence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Monte Carlo traces every inference step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965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marginal contributions reveal drivers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51713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988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output is always a valid probability in (0,1)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20040"/>
            <a:ext cx="224028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3425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per-source uncertainty using μ (mean belief) and κ (confidence). Var(p)=μ(1−μ)/(κ+1). Higher κ → tighter, more certain prior.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20040"/>
            <a:ext cx="224028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Formula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5741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P(risk)=1−∏(1−pᵢ). Combines independent sources via the 'at least one fires' logic. Mathematically exact under independence.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651760"/>
            <a:ext cx="224028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425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3425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 = overall risk minus risk without source i. Reveals which signal dominates and quantifies each source's unique contribution.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72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2651760"/>
            <a:ext cx="224028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5741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1−(P₉₅−P₅). Measures how tightly the posterior distribution is concentrated. Rises with κ, falls with uncertainty.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principled, transparent, and updatable framework for risk under uncertainty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Noisy-OR Bayesian Risk Model</dc:title>
  <dc:subject>PptxGenJS Presentation</dc:subject>
  <dc:creator>Risk Analytics</dc:creator>
  <cp:lastModifiedBy>Risk Analytics</cp:lastModifiedBy>
  <cp:revision>1</cp:revision>
  <dcterms:created xsi:type="dcterms:W3CDTF">2026-02-28T03:46:50Z</dcterms:created>
  <dcterms:modified xsi:type="dcterms:W3CDTF">2026-02-28T03:46:50Z</dcterms:modified>
</cp:coreProperties>
</file>